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405F8-5F2E-3097-A8D5-2226AF21A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3899E-01EE-3E6A-9268-8B1FBE64A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6C76C-6544-644A-4B04-A55185AB3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D6B8-BC8C-425D-9F05-B9DA9A57636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6DEE5-25C7-C11E-C76B-9DCD9B15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474BC-FC92-8A57-0711-F26E50FBF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5495-F64C-46D4-8693-3E2420FC1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9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B8E27-CB7D-4E23-64CD-AC0AD6671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A7767-DEBA-E0EB-3979-914B9ACF6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B2F9D-7C4C-2B52-EAE4-DB78B5B68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D6B8-BC8C-425D-9F05-B9DA9A57636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EF20C-0CEE-ADF8-C6ED-6DCE8D32C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192F7-3D75-0CCF-D324-E913895D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5495-F64C-46D4-8693-3E2420FC1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6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55017-7780-4C89-E112-42AD6C5E4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8D777-F472-1B23-EC90-353B49CC2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D6772-240D-8913-706D-186D3ED11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D6B8-BC8C-425D-9F05-B9DA9A57636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9D2EB-5D0D-85DF-141C-ABCCA718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9A58E-EE43-C1A0-6587-68936FF5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5495-F64C-46D4-8693-3E2420FC1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24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6B0A-6458-0906-E64D-27AB0AD7F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9B1C0-E878-1B5D-6DF3-0FB25A2B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8A724-929A-AE74-8CD1-8506DC072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94680-1EF2-CDC3-637E-B8ED7FD2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D6B8-BC8C-425D-9F05-B9DA9A57636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0BFB-7ED9-8DFB-8972-D95BEF7B1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4157C-870D-DE6C-CB36-B86DD516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5495-F64C-46D4-8693-3E2420FC1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7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354B3-9380-0DA9-0E9C-A91D3F696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C033E-AEAD-B14F-C8FC-E5041D304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EC666-4238-023E-6829-F6EDA10F5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749FC-7CD2-ECA6-76EF-C0B202FED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5DC0BB-7845-1628-3882-9F578CBB1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779B86-3661-A7A2-17CC-89DB205B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D6B8-BC8C-425D-9F05-B9DA9A57636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A57194-F933-C209-FDE7-3533A3A94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543E2B-3FF1-51E5-6233-E5AE5C6B2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5495-F64C-46D4-8693-3E2420FC1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1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E7AD-0379-23CF-702B-22F71797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29EB8F-2815-E832-ED7A-165FC42A9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D6B8-BC8C-425D-9F05-B9DA9A57636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640E8-6534-E00F-51E1-328162EAB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C6FE8-4CEF-8C9B-F1FD-2383B3D5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5495-F64C-46D4-8693-3E2420FC1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1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45848-B5D5-BA5D-9097-9D6B1DDC7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D6B8-BC8C-425D-9F05-B9DA9A57636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1095E1-B95F-6979-C1FC-918BBEB6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ABB81-A297-F1B9-C80A-30895C7D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5495-F64C-46D4-8693-3E2420FC1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96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8F66A-7B27-AACF-F77F-E3FAEAF6A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D2C3D-A73E-2910-3069-5DF44EB7D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B9598-776F-39A5-CA45-302771840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B5546-1EE4-A463-3DA7-C2099448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D6B8-BC8C-425D-9F05-B9DA9A57636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3891C-E53A-5275-CD3C-C60B3055E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625F5-9B56-93C4-BD37-03E45D91A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5495-F64C-46D4-8693-3E2420FC1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87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5C066-6319-36F5-E0A9-3440FC971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6401B-DB6E-4876-B834-A8C69DC8C6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6058B-4408-AA2F-63E6-27839A585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78C10-C689-275E-2C1E-BE8B939B9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D6B8-BC8C-425D-9F05-B9DA9A57636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56A11-8BDB-4E6B-DE72-76E04F71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AED99-2076-9F37-2B4A-31109B344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5495-F64C-46D4-8693-3E2420FC1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3FAF-3DD4-4F75-EF00-41ADA448F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DDA00-F22D-D54D-61F5-2DB7B9B7F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D20FA-202A-95C0-2720-D54AC1FFA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D6B8-BC8C-425D-9F05-B9DA9A57636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CC4E6-26DA-1609-68C9-8801A9BC2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8F62F-E9CF-B378-AA14-8F82F017F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5495-F64C-46D4-8693-3E2420FC1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27D7CF-B4E1-F71A-73CA-29B729B529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3BC8D-F238-2DBF-E45B-1117DA66B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D4CC6-969F-6856-9A01-DBEFADAB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D6B8-BC8C-425D-9F05-B9DA9A57636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B4883-5005-466A-EAB7-75E8F9C4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51642-CF14-AA67-BCFE-C5CAC3F6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5495-F64C-46D4-8693-3E2420FC1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2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2AEC69-CEA0-2D50-5698-61661BCC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E1098-12A9-2B37-3B4A-4FCE8D34F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A579D-AF7A-29B3-4290-9EF4FDBAEC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2FD6B8-BC8C-425D-9F05-B9DA9A57636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44E04-8DAD-BE77-8369-0DD7C3883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DE0D4-C6C5-5FF1-51FB-7A4847814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05495-F64C-46D4-8693-3E2420FC1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8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91C08-1524-2957-3C6A-9263FAC0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NetOffice</a:t>
            </a:r>
            <a:r>
              <a:rPr lang="en-US" dirty="0"/>
              <a:t> Integration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E4D72-FD29-D47A-FD37-078C662A8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Presentation.AutoSaveOn</a:t>
            </a:r>
            <a:r>
              <a:rPr lang="en-US" dirty="0"/>
              <a:t> property tests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Context: Auto Save feature is Off (disabled)</a:t>
            </a:r>
          </a:p>
        </p:txBody>
      </p:sp>
    </p:spTree>
    <p:extLst>
      <p:ext uri="{BB962C8B-B14F-4D97-AF65-F5344CB8AC3E}">
        <p14:creationId xmlns:p14="http://schemas.microsoft.com/office/powerpoint/2010/main" val="47964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NetOffice Integration Tests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Jozef Izso</dc:creator>
  <cp:lastModifiedBy>Jozef Izso</cp:lastModifiedBy>
  <cp:revision>3</cp:revision>
  <dcterms:created xsi:type="dcterms:W3CDTF">2025-11-02T13:04:12Z</dcterms:created>
  <dcterms:modified xsi:type="dcterms:W3CDTF">2025-11-02T13:15:58Z</dcterms:modified>
</cp:coreProperties>
</file>